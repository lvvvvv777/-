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B22C"/>
    <a:srgbClr val="7D1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screenshot4.jpg"/><Relationship Id="rId3" Type="http://schemas.openxmlformats.org/officeDocument/2006/relationships/image" Target="../media/screenshot2.jp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screenshot1.jpg"/><Relationship Id="rId3" Type="http://schemas.openxmlformats.org/officeDocument/2006/relationships/image" Target="../media/screenshot3.jp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92942"/>
            <a:ext cx="8229600" cy="1143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Курсовой проект по «Инструментальные средства разработки»</a:t>
            </a:r>
            <a:br>
              <a:rPr lang="ru-RU" sz="24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</a:br>
            <a:r>
              <a:rPr lang="ru-RU" sz="24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Тема: «Разработка веб-приложения Викторина из файлов JSON с рекордами»</a:t>
            </a:r>
            <a:br>
              <a:rPr lang="ru-RU" sz="24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</a:br>
            <a:endParaRPr sz="24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15147"/>
            <a:ext cx="8229600" cy="234991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None/>
            </a:pP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Выполнил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 </a:t>
            </a: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студент</a:t>
            </a:r>
            <a:r>
              <a:rPr lang="en-US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: 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Мухиддинов М.Р.</a:t>
            </a: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None/>
            </a:pP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Группа</a:t>
            </a:r>
            <a:r>
              <a:rPr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: 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02.24.ИСИП.ОФ.9-НСК</a:t>
            </a: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None/>
            </a:pP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Образовательная</a:t>
            </a:r>
            <a:r>
              <a:rPr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 </a:t>
            </a: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организация</a:t>
            </a:r>
            <a:r>
              <a:rPr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: 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Автономная некоммерческая профессиональная образовательная организация</a:t>
            </a:r>
            <a:b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</a:b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«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Хекслет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колледж»</a:t>
            </a: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 xml:space="preserve">2026 </a:t>
            </a:r>
            <a:r>
              <a:rPr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год</a:t>
            </a: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sz="28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Актуальность</a:t>
            </a:r>
            <a:r>
              <a:rPr sz="28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 xml:space="preserve"> и </a:t>
            </a:r>
            <a:r>
              <a:rPr sz="28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цель</a:t>
            </a:r>
            <a:r>
              <a:rPr sz="28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 xml:space="preserve"> </a:t>
            </a:r>
            <a:r>
              <a:rPr sz="28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проекта</a:t>
            </a:r>
            <a:endParaRPr sz="28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0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Актуальность:</a:t>
            </a:r>
            <a:endParaRPr lang="ru-RU"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Онлайн-викторины и образовательные игры набирают популярность.</a:t>
            </a:r>
          </a:p>
          <a:p>
            <a:pPr lvl="1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Форматы JSON удобны для хранения и загрузки вопросов.</a:t>
            </a:r>
          </a:p>
          <a:p>
            <a:pPr lvl="1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Локальное хранение данных (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удобно и не требует сервера.</a:t>
            </a:r>
          </a:p>
          <a:p>
            <a:pPr>
              <a:buNone/>
            </a:pPr>
            <a:r>
              <a:rPr lang="ru-RU" sz="20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Цель проекта:</a:t>
            </a:r>
            <a:endParaRPr lang="ru-RU"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Создать интерактивное веб-приложение «Викторина» с загрузкой вопросов из JSON-файла, подсчётом очков и сохранением таблицы рекордов.</a:t>
            </a:r>
          </a:p>
          <a:p>
            <a:pPr marL="457200" lvl="1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32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Задачи, решённые в проекте</a:t>
            </a:r>
            <a:endParaRPr sz="32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Анализ предметной области и существующих аналогов викторин.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Формулирование функциональных и нефункциональных требований к приложению.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Проектирование структуры приложения и схемы данных JSON.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Реализация загрузки вопросов из внешнего JSON-файла.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Разработка игровой логики: показ вопросов, подсчёт очков, таймер.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Создание пользовательского интерфейса в стиле «матрица» (HTML, CSS, JS).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Реализация локального хранения данных (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Тестирование всех сценариев и отладка приложения.</a:t>
            </a:r>
          </a:p>
          <a:p>
            <a:pPr marL="457200" indent="-457200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Технологии и архитектура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C579665-386B-4F07-B093-680A4FF155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1498083"/>
              </p:ext>
            </p:extLst>
          </p:nvPr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302725663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78073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Технология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Назначение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059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JavaScript ES6+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 xml:space="preserve">Логика, манипуляции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734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Разметка страницы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434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CSS3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Стилизация, адаптивность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9126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localStorage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Хранение данных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0963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1C3E97E-4C2D-9FF1-5759-E4111B2FCEEC}"/>
              </a:ext>
            </a:extLst>
          </p:cNvPr>
          <p:cNvSpPr txBox="1"/>
          <p:nvPr/>
        </p:nvSpPr>
        <p:spPr>
          <a:xfrm>
            <a:off x="457200" y="3814916"/>
            <a:ext cx="8229600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>
              <a:buNone/>
            </a:pP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index.html</a:t>
            </a:r>
          </a:p>
          <a:p>
            <a:pPr latinLnBrk="1">
              <a:buNone/>
            </a:pP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│</a:t>
            </a:r>
          </a:p>
          <a:p>
            <a:pPr latinLnBrk="1">
              <a:buNone/>
            </a:pP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▼</a:t>
            </a:r>
          </a:p>
          <a:p>
            <a:pPr latinLnBrk="1">
              <a:buNone/>
            </a:pP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app.js (</a:t>
            </a: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инициализация, управление игрой)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│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├──▶ </a:t>
            </a: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quiz.js (</a:t>
            </a: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данные, </a:t>
            </a: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CRUD, </a:t>
            </a: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фильтрация)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├──▶ </a:t>
            </a: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render.js (</a:t>
            </a: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отрисовка UI, анимации)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└──▶ </a:t>
            </a:r>
            <a:r>
              <a:rPr lang="en-US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scores.js (</a:t>
            </a: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таблица рекордов, localStorage)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       │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       ▼</a:t>
            </a:r>
          </a:p>
          <a:p>
            <a:pPr latinLnBrk="1">
              <a:buNone/>
            </a:pPr>
            <a:r>
              <a:rPr lang="ru-RU" sz="16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   </a:t>
            </a:r>
            <a:r>
              <a:rPr lang="en-US" sz="16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endParaRPr lang="en-US" sz="16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ru-RU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Структура данных вопроса (JSON)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{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id: "</a:t>
            </a: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порядковый номер вопроса",</a:t>
            </a:r>
          </a:p>
          <a:p>
            <a:pPr marL="0" indent="0" latinLnBrk="1">
              <a:buNone/>
            </a:pP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question: "</a:t>
            </a: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Текст вопроса",</a:t>
            </a:r>
          </a:p>
          <a:p>
            <a:pPr marL="0" indent="0" latinLnBrk="1">
              <a:buNone/>
            </a:pP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options: [</a:t>
            </a: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"вариант1", "вариант2", ...]</a:t>
            </a:r>
          </a:p>
          <a:p>
            <a:pPr marL="0" indent="0" latinLnBrk="1">
              <a:buNone/>
            </a:pP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correct: </a:t>
            </a: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индекс правильного ответа (0–3)</a:t>
            </a:r>
          </a:p>
          <a:p>
            <a:pPr marL="0" indent="0" latinLnBrk="1">
              <a:buNone/>
            </a:pPr>
            <a:r>
              <a:rPr lang="ru-RU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category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"Тема категории",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difficulty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: "easy/medium/hard"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/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}</a:t>
            </a:r>
          </a:p>
          <a:p>
            <a:pPr>
              <a:buNone/>
            </a:pPr>
            <a:r>
              <a:rPr lang="ru-RU" sz="22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id</a:t>
            </a:r>
            <a:r>
              <a:rPr lang="ru-RU" sz="22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генерируется через </a:t>
            </a:r>
            <a:r>
              <a:rPr lang="ru-RU" sz="22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crypto.randomUUID</a:t>
            </a:r>
            <a:r>
              <a:rPr lang="ru-RU" sz="22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() или комбинацию даты и случайного числа.</a:t>
            </a:r>
          </a:p>
          <a:p>
            <a:pPr>
              <a:buNone/>
            </a:pPr>
            <a:r>
              <a:rPr lang="ru-RU" sz="22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Поддерживается произвольное количество вопросов в файле.</a:t>
            </a:r>
          </a:p>
          <a:p>
            <a:pPr>
              <a:buNone/>
            </a:pPr>
            <a:r>
              <a:rPr lang="ru-RU" sz="22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Все задачи хранятся в массиве </a:t>
            </a:r>
            <a:r>
              <a:rPr lang="ru-RU" sz="22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tasks</a:t>
            </a:r>
            <a:r>
              <a:rPr lang="ru-RU" sz="22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Игровая логика и рекорды</a:t>
            </a: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локальное хранение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9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Основные функции:</a:t>
            </a:r>
            <a:endParaRPr lang="ru-RU" sz="29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addTask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 – </a:t>
            </a:r>
            <a:r>
              <a:rPr lang="ru-RU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создаёт задачу, добавляет в массив, вызывает </a:t>
            </a: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saveTasks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().</a:t>
            </a:r>
          </a:p>
          <a:p>
            <a:pPr>
              <a:buNone/>
            </a:pP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updateTask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 – </a:t>
            </a:r>
            <a:r>
              <a:rPr lang="ru-RU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изменяет поля, перезаписывает </a:t>
            </a: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deleteTask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 – </a:t>
            </a:r>
            <a:r>
              <a:rPr lang="ru-RU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завершает игру, записывает результат в таблицу рекордов.</a:t>
            </a:r>
          </a:p>
          <a:p>
            <a:pPr>
              <a:buNone/>
            </a:pP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saveTasks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 / </a:t>
            </a: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loadTasks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 – </a:t>
            </a:r>
            <a:r>
              <a:rPr lang="ru-RU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работа с </a:t>
            </a:r>
            <a:r>
              <a:rPr lang="en-US" sz="29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r>
              <a:rPr lang="en-US" sz="29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31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Кодовый фрагмент (пример):</a:t>
            </a:r>
            <a:endParaRPr lang="en-US" sz="31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export function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addTask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({ title, category,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dueDate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,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isUrgent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}) {</a:t>
            </a: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const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newTask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= { id: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crypto.randomUUID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(), title, category,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dueDate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,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isUrgent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completed: false }</a:t>
            </a: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tasks.push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newTask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saveTasks</a:t>
            </a: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(tasks)</a:t>
            </a: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return </a:t>
            </a:r>
            <a:r>
              <a:rPr lang="en-US" sz="23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newTask</a:t>
            </a:r>
            <a:endParaRPr lang="en-US" sz="23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r>
              <a:rPr lang="en-US" sz="23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Загрузка JSON и обработка вопросов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Алгоритм:</a:t>
            </a:r>
            <a:endParaRPr lang="ru-RU"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Файл выбирается пользователем через FileReader API.</a:t>
            </a:r>
          </a:p>
          <a:p>
            <a:pPr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Поиск по названию и описанию (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регистронезависимый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>
              <a:buNone/>
            </a:pP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Сортировка по дате выполнения или названию (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asc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lang="ru-RU" sz="20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desc</a:t>
            </a:r>
            <a:r>
              <a:rPr lang="ru-RU" sz="20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ru-RU" sz="22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Фрагмент загрузки файла:</a:t>
            </a:r>
            <a:endParaRPr lang="ru-RU" sz="22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0" indent="0" latinLnBrk="1">
              <a:buNone/>
            </a:pP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filtered.sort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((a, b) =&gt; {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if (field === '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dueDate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') {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if (!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a.dueDate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return 1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if (!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b.dueDate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return -1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   return (new Date(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a.dueDate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 - new Date(</a:t>
            </a:r>
            <a:r>
              <a:rPr lang="en-US" sz="18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b.dueDate</a:t>
            </a: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)) * order</a:t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/>
            </a:r>
          </a:p>
          <a:p>
            <a:pPr marL="0" indent="0" latinLnBrk="1">
              <a:buNone/>
            </a:pPr>
            <a:r>
              <a:rPr lang="en-US" sz="18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Интерфейс приложения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000"/>
            <a:ext cx="4500000" cy="52000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Экраны приложения:</a:t>
            </a:r>
            <a:endParaRPr lang="ru-RU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Экран загрузки (INITIALIZING) — выбор JSON-файла с вопросами.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Экран вопроса — текст, 4 варианта ответа, кнопка NEXT_STEP.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Экран результатов — итоговый балл и таблица рекордов TOP_USERS.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Панель администратора — добавление вопросов вручную.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/>
            </a:r>
          </a:p>
          <a:p>
            <a:pPr marL="0" indent="0">
              <a:buNone/>
            </a:pPr>
            <a:r>
              <a:rPr lang="ru-RU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Стилистика:</a:t>
            </a:r>
            <a:endParaRPr lang="ru-RU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Подсветка просроченных задач (красный фон, класс .</a:t>
            </a:r>
            <a:r>
              <a:rPr lang="ru-RU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overdue</a:t>
            </a: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Анимированный фон с падающими 0 и 1.</a:t>
            </a:r>
          </a:p>
          <a:p>
            <a:pPr>
              <a:buNone/>
            </a:pPr>
            <a:r>
              <a:rPr lang="ru-RU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Выделение неверного ответа красным цветом.</a:t>
            </a:r>
          </a:p>
          <a:p>
            <a:pPr marL="0" indent="0">
              <a:buNone/>
            </a:pPr>
            <a:endParaRPr sz="20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screenshot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00" y="1350000"/>
            <a:ext cx="3300000" cy="1950000"/>
          </a:xfrm>
          <a:prstGeom prst="rect">
            <a:avLst/>
          </a:prstGeom>
        </p:spPr>
      </p:pic>
      <p:pic>
        <p:nvPicPr>
          <p:cNvPr id="11" name="screensho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000" y="3450000"/>
            <a:ext cx="3300000" cy="19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ru-RU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Тестирование и проверка работоспособности</a:t>
            </a:r>
            <a:endParaRPr sz="28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Таблица с результатами тестирования:</a:t>
            </a:r>
          </a:p>
          <a:p>
            <a:pPr marL="0" indent="0">
              <a:buNone/>
            </a:pPr>
            <a:endParaRPr sz="24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38E59FA-186F-FD5C-2048-7AA3AF846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883757"/>
              </p:ext>
            </p:extLst>
          </p:nvPr>
        </p:nvGraphicFramePr>
        <p:xfrm>
          <a:off x="457200" y="2194401"/>
          <a:ext cx="6096000" cy="4323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5282457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5517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Сценарий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Результат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649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Загрузка корректного JSON-файла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592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Загрузка файла с ошибкой (невалидный JSON)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079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Прохождение викторины до конца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30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Выбор правильного ответа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855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 (</a:t>
                      </a:r>
                      <a:r>
                        <a:rPr lang="ru-RU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неверный ответ подсвечивается</a:t>
                      </a: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667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Сохранение рекорда после финиша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868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Загрузка рекордов при повторном старте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119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Добавление вопроса через ADMIN PANEL</a:t>
                      </a:r>
                      <a:endParaRPr lang="ru-RU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Успех</a:t>
                      </a:r>
                      <a:endParaRPr lang="ru-RU" sz="1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161539"/>
                  </a:ext>
                </a:extLst>
              </a:tr>
            </a:tbl>
          </a:graphicData>
        </a:graphic>
      </p:graphicFrame>
      <p:pic>
        <p:nvPicPr>
          <p:cNvPr id="20" name="screensho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0" y="1000000"/>
            <a:ext cx="2800000" cy="1700000"/>
          </a:xfrm>
          <a:prstGeom prst="rect">
            <a:avLst/>
          </a:prstGeom>
        </p:spPr>
      </p:pic>
      <p:pic>
        <p:nvPicPr>
          <p:cNvPr id="21" name="screenshot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00" y="2700000"/>
            <a:ext cx="2800000" cy="21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  <a:cs typeface="Times New Roman" panose="02020603050405020304" pitchFamily="18" charset="0"/>
              </a:rPr>
              <a:t>Итоги выполнения проекта</a:t>
            </a:r>
            <a:endParaRPr sz="4000" dirty="0">
              <a:solidFill>
                <a:srgbClr val="E8EDF5"/>
              </a:solidFill>
              <a:latin typeface="Gungsuh" panose="02030600000101010101" pitchFamily="18" charset="-127"/>
              <a:ea typeface="Gungsuh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2400" b="1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Список достигнутых результатов:</a:t>
            </a:r>
            <a:endParaRPr lang="ru-RU" sz="2400" dirty="0">
              <a:solidFill>
                <a:srgbClr val="E8EDF5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Разработано полнофункциональное веб-приложение «Викторина из файлов JSON с рекордами».</a:t>
            </a: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Реализована загрузка и валидация вопросов из внешнего JSON-файла.</a:t>
            </a: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Реализована полная игровая логика с подсчётом очков.</a:t>
            </a: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Данные сохраняются в </a:t>
            </a:r>
            <a:r>
              <a:rPr lang="ru-RU" sz="2400" dirty="0" err="1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localStorage</a:t>
            </a: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 xml:space="preserve"> и загружаются при запуске.</a:t>
            </a: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Проведено ручное тестирование всех сценариев, выявленные ошибки устранены.</a:t>
            </a:r>
          </a:p>
          <a:p>
            <a:pPr>
              <a:buNone/>
            </a:pPr>
            <a:r>
              <a:rPr lang="ru-RU" sz="2400" dirty="0">
                <a:solidFill>
                  <a:srgbClr val="E8EDF5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Разработан уникальный интерфейс в стиле «Матрица». Приложение готово к использованию.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u-RU"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Доклад окончен.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40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Спасибо</a:t>
            </a:r>
            <a:r>
              <a:rPr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 xml:space="preserve"> </a:t>
            </a:r>
            <a:r>
              <a:rPr sz="40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за</a:t>
            </a:r>
            <a:r>
              <a:rPr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 xml:space="preserve"> </a:t>
            </a:r>
            <a:r>
              <a:rPr sz="4000" dirty="0" err="1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внимание</a:t>
            </a:r>
            <a:r>
              <a:rPr sz="4000" dirty="0">
                <a:solidFill>
                  <a:srgbClr val="7EC8E3"/>
                </a:solidFill>
                <a:latin typeface="Gungsuh" panose="02030600000101010101" pitchFamily="18" charset="-127"/>
                <a:ea typeface="Gungsuh" panose="02030600000101010101" pitchFamily="18" charset="-127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718</Words>
  <Application>Microsoft Office PowerPoint</Application>
  <PresentationFormat>Экран (4:3)</PresentationFormat>
  <Paragraphs>124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Gungsuh</vt:lpstr>
      <vt:lpstr>Arial</vt:lpstr>
      <vt:lpstr>Calibri</vt:lpstr>
      <vt:lpstr>Times New Roman</vt:lpstr>
      <vt:lpstr>Verdana</vt:lpstr>
      <vt:lpstr>Office Theme</vt:lpstr>
      <vt:lpstr>Курсовой проект по «Инструментальные средства разработки» Тема: «Разработка веб-приложения Планировщик задач» </vt:lpstr>
      <vt:lpstr>Актуальность и цель проекта</vt:lpstr>
      <vt:lpstr>Задачи, решённые в проекте</vt:lpstr>
      <vt:lpstr>Технологии и архитектура</vt:lpstr>
      <vt:lpstr>Объектная модель задачи</vt:lpstr>
      <vt:lpstr>CRUD + локальное хранение</vt:lpstr>
      <vt:lpstr>Обработка данных – фильтры и сортировка</vt:lpstr>
      <vt:lpstr>Интерфейс и удобство использования</vt:lpstr>
      <vt:lpstr>Тестирование и проверка работоспособности</vt:lpstr>
      <vt:lpstr>Итоги выполнения проекта</vt:lpstr>
      <vt:lpstr>Доклад окончен.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Георгий Скопинцев</cp:lastModifiedBy>
  <cp:revision>4</cp:revision>
  <dcterms:created xsi:type="dcterms:W3CDTF">2013-01-27T09:14:16Z</dcterms:created>
  <dcterms:modified xsi:type="dcterms:W3CDTF">2026-05-31T12:05:30Z</dcterms:modified>
  <cp:category/>
</cp:coreProperties>
</file>