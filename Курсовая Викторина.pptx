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B22C"/>
    <a:srgbClr val="7D1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92942"/>
            <a:ext cx="8229600" cy="1143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Курсовой проект по «Инструментальные средства разработки»</a:t>
            </a:r>
            <a:b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</a:b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Тема: «Разработка веб-приложения Викторина из файлов JSON с рекордами»</a:t>
            </a:r>
            <a:b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</a:b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15147"/>
            <a:ext cx="8229600" cy="2349911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Выполнил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Мухиддинов М.Р.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Группа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02.24.ИСИП.ОФ.9-НСК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Образовательная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организация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Автономная некоммерческая профессиональная образовательная организация</a:t>
            </a:r>
            <a:b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«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Хекслет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колледж»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2026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год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Актуальность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 и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цель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проекта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Актуальность: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Онлайн-викторины и образовательные игры набирают популярность.</a:t>
            </a: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Форматы JSON удобны для хранения и загрузки вопросов.</a:t>
            </a: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Локальное хранение данных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удобно и не требует сервера.</a:t>
            </a:r>
          </a:p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Цель проекта: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Создать интерактивное веб-приложение «Викторина» с загрузкой вопросов из JSON-файла, подсчётом очков и сохранением таблицы рекордов.</a:t>
            </a:r>
          </a:p>
          <a:p>
            <a:pPr marL="457200" lvl="1" indent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Задачи, решённые в проекте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Анализ предметной области и существующих аналогов викторин.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Формулирование функциональных и нефункциональных требований к приложению.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Проектирование структуры приложения и схемы данных JSON.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Реализация загрузки вопросов из внешнего JSON-файла.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Разработка игровой логики: показ вопросов, подсчёт очков, таймер.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Создание пользовательского интерфейса в стиле «матрица» (HTML, CSS, JS).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Реализация локального хранения данных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Тестирование всех сценариев и отладка приложения.</a:t>
            </a:r>
          </a:p>
          <a:p>
            <a:pPr marL="457200" indent="-45720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Технологии и архитектура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C579665-386B-4F07-B093-680A4FF155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1498083"/>
              </p:ext>
            </p:extLst>
          </p:nvPr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30272566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578073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Технология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6059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JavaScript ES6+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Логика, манипуляции 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734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HTML5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Разметка страницы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434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CSS3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Стилизация, адаптивность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912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localStorage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Хранение данных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0963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1C3E97E-4C2D-9FF1-5759-E4111B2FCEEC}"/>
              </a:ext>
            </a:extLst>
          </p:cNvPr>
          <p:cNvSpPr txBox="1"/>
          <p:nvPr/>
        </p:nvSpPr>
        <p:spPr>
          <a:xfrm>
            <a:off x="457200" y="3636962"/>
            <a:ext cx="708809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index.html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│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▼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app.js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инициализация, управление игрой)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│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├──▶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quiz.js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данные,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CRUD,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фильтрация)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├──▶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render.js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отрисовка UI, анимации)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└──▶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scores.js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таблица рекордов, localStorage)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       │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       ▼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 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endParaRPr lang="en-US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Структура данных вопроса (JSON)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id: "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порядковый номер вопроса",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question: "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Текст вопроса",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options: [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"вариант1", "вариант2", ...]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correct: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индекс правильного ответа (0–3)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category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"Тема категории",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difficulty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"easy/medium/hard"</a:t>
            </a:r>
          </a:p>
          <a:p>
            <a:pPr marL="0" indent="0" latinLnBrk="1">
              <a:buNone/>
            </a:pPr>
            <a:endParaRPr lang="en-US" sz="18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>
              <a:buNone/>
            </a:pP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id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генерируется через 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crypto.randomUUID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или комбинацию даты и случайного числа.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Поддерживается произвольное количество вопросов в файле.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Все задачи хранятся в массиве 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tasks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Игровая логика и рекорды</a:t>
            </a: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локальное хранение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Основные функции:</a:t>
            </a:r>
            <a:endParaRPr lang="ru-RU" sz="29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addTask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создаёт задачу, добавляет в массив, вызывает 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updateTask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изменяет поля, перезаписывает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deleteTask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завершает игру, записывает результат в таблицу рекордов.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 /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loadTasks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работа с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Кодовый фрагмент (пример):</a:t>
            </a:r>
            <a:endParaRPr lang="en-US" sz="31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export function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addTask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({ title, category,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isUrgent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})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const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= { id: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crypto.randomUUID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(), title, category,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isUrgent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completed: false }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tasks.push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(tasks)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return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endParaRPr lang="en-US" sz="23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Загрузка JSON и обработка вопросов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Алгоритм: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Файл выбирается пользователем через FileReader API.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Поиск по названию и описанию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регистронезависимый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Сортировка по дате выполнения или названию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asc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/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desc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Фрагмент загрузки файла:</a:t>
            </a:r>
            <a:endParaRPr lang="ru-RU" sz="22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filtered.sort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((a, b) =&gt;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if (field === '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')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if (!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return 1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if (!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b.dueDate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return -1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   return (new Date(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- new Date(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b.dueDate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)) * order</a:t>
            </a:r>
          </a:p>
          <a:p>
            <a:pPr marL="0" indent="0" latinLnBrk="1">
              <a:buNone/>
            </a:pPr>
            <a:endParaRPr lang="en-US" sz="18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243000"/>
            <a:ext cx="8229600" cy="1143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Интерфейс приложения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672353"/>
            <a:ext cx="5369859" cy="275664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Экраны приложения:</a:t>
            </a: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загрузки (INITIALIZING) — выбор JSON-файла с вопросами.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вопроса — текст, 4 варианта ответа, кнопка NEXT_STEP.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результатов — итоговый балл и таблица рекордов TOP_USERS.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Панель администратора — добавление вопросов вручную.</a:t>
            </a:r>
          </a:p>
          <a:p>
            <a:pPr>
              <a:buNone/>
            </a:pP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ru-RU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Стилистика:</a:t>
            </a: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Подсветка просроченных задач (красный фон, класс .</a:t>
            </a:r>
            <a:r>
              <a:rPr lang="ru-RU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overdue</a:t>
            </a: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Анимированный фон с падающими 0 и 1.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Выделение неверного ответа красным цветом.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405225-4AB8-2C92-5471-28551C839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5C54F95A-0551-5E98-0569-8D8C69455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8"/>
            <a:ext cx="4114800" cy="212376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CAEBE59-C3B3-3AC6-845F-11956046F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490" y="1417638"/>
            <a:ext cx="3731310" cy="21237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3C21D71-1874-ED0F-9949-450418D6E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457200" y="4083922"/>
            <a:ext cx="4114800" cy="230424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B99CF54-D4E5-397B-AE65-E2C8FE570A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489" y="4083922"/>
            <a:ext cx="3731309" cy="230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944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02" y="0"/>
            <a:ext cx="8229600" cy="1143000"/>
          </a:xfrm>
        </p:spPr>
        <p:txBody>
          <a:bodyPr>
            <a:normAutofit fontScale="90000"/>
          </a:bodyPr>
          <a:lstStyle/>
          <a:p>
            <a:pPr>
              <a:buNone/>
            </a:pPr>
            <a:r>
              <a:rPr lang="ru-RU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Тестирование и проверка работоспособности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102" y="114300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Таблица с результатами тестирования: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438E59FA-186F-FD5C-2048-7AA3AF8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046767"/>
              </p:ext>
            </p:extLst>
          </p:nvPr>
        </p:nvGraphicFramePr>
        <p:xfrm>
          <a:off x="239102" y="1584280"/>
          <a:ext cx="6096000" cy="49174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5282457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455178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Сценарий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Результат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649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корректного JSON-файла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592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файла с ошибкой (невалидный JSON)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079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Прохождение викторины до конца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730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Выбор правильного ответа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855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Поиск (</a:t>
                      </a:r>
                      <a:r>
                        <a:rPr lang="ru-RU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 ответ подсвечивается</a:t>
                      </a: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9667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Сохранение рекорда после финиша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868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рекордов при повторном старте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8119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Добавление вопроса через ADMIN PANEL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16153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Итоги выполнения проекта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Список достигнутых результатов: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Разработано полнофункциональное веб-приложение «Викторина из файлов JSON с рекордами».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Реализована загрузка и валидация вопросов из внешнего JSON-файла.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Реализована полная игровая логика с подсчётом очков.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Данные сохраняются в 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 и загружаются при запуске.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Проведено ручное тестирование всех сценариев, выявленные ошибки устранены.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Разработан уникальный интерфейс в стиле «Матрица». Приложение готово к использованию.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Доклад окончен.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Спасибо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за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внимание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718</Words>
  <Application>Microsoft Office PowerPoint</Application>
  <PresentationFormat>Экран (4:3)</PresentationFormat>
  <Paragraphs>124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Курсовой проект по «Инструментальные средства разработки» Тема: «Разработка веб-приложения Викторина из файлов JSON с рекордами» </vt:lpstr>
      <vt:lpstr>Актуальность и цель проекта</vt:lpstr>
      <vt:lpstr>Задачи, решённые в проекте</vt:lpstr>
      <vt:lpstr>Технологии и архитектура</vt:lpstr>
      <vt:lpstr>Структура данных вопроса (JSON)</vt:lpstr>
      <vt:lpstr>Игровая логика и рекордылокальное хранение</vt:lpstr>
      <vt:lpstr>Загрузка JSON и обработка вопросов</vt:lpstr>
      <vt:lpstr>Интерфейс приложения</vt:lpstr>
      <vt:lpstr>ДЕМОНСТРАЦИЯ </vt:lpstr>
      <vt:lpstr>Тестирование и проверка работоспособности</vt:lpstr>
      <vt:lpstr>Итоги выполнения проекта</vt:lpstr>
      <vt:lpstr>Доклад окончен.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по «Инструментальные средства разработки» Тема: «Разработка веб-приложения Викторина из файлов JSON с рекордами» </dc:title>
  <dc:subject/>
  <dc:creator/>
  <cp:keywords/>
  <dc:description>generated using python-pptx</dc:description>
  <cp:lastModifiedBy>Misha Mihidin</cp:lastModifiedBy>
  <cp:revision>5</cp:revision>
  <dcterms:created xsi:type="dcterms:W3CDTF">2013-01-27T09:14:16Z</dcterms:created>
  <dcterms:modified xsi:type="dcterms:W3CDTF">2026-06-01T06:04:18Z</dcterms:modified>
  <cp:category/>
</cp:coreProperties>
</file>